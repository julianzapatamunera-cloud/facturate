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</p:sldIdLst>
  <p:sldSz cx="14111288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1" d="100"/>
          <a:sy n="41" d="100"/>
        </p:scale>
        <p:origin x="297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3065" y="-22225"/>
            <a:ext cx="14153443" cy="18045113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4768" y="6311345"/>
            <a:ext cx="8991963" cy="4321162"/>
          </a:xfrm>
        </p:spPr>
        <p:txBody>
          <a:bodyPr anchor="b">
            <a:noAutofit/>
          </a:bodyPr>
          <a:lstStyle>
            <a:lvl1pPr algn="r">
              <a:defRPr sz="8333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4768" y="10632503"/>
            <a:ext cx="8991963" cy="2879106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0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11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166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22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2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33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38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644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823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55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037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0" y="7089155"/>
            <a:ext cx="9795979" cy="4794352"/>
          </a:xfrm>
        </p:spPr>
        <p:txBody>
          <a:bodyPr anchor="b"/>
          <a:lstStyle>
            <a:lvl1pPr algn="l">
              <a:defRPr sz="6173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0" y="11883503"/>
            <a:ext cx="9795979" cy="2258351"/>
          </a:xfrm>
        </p:spPr>
        <p:txBody>
          <a:bodyPr anchor="t"/>
          <a:lstStyle>
            <a:lvl1pPr marL="0" indent="0" algn="l">
              <a:buNone/>
              <a:defRPr sz="308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05551" indent="0">
              <a:buNone/>
              <a:defRPr sz="2778">
                <a:solidFill>
                  <a:schemeClr val="tx1">
                    <a:tint val="75000"/>
                  </a:schemeClr>
                </a:solidFill>
              </a:defRPr>
            </a:lvl2pPr>
            <a:lvl3pPr marL="1411102" indent="0">
              <a:buNone/>
              <a:defRPr sz="2469">
                <a:solidFill>
                  <a:schemeClr val="tx1">
                    <a:tint val="75000"/>
                  </a:schemeClr>
                </a:solidFill>
              </a:defRPr>
            </a:lvl3pPr>
            <a:lvl4pPr marL="2116653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4pPr>
            <a:lvl5pPr marL="2822204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5pPr>
            <a:lvl6pPr marL="352775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6pPr>
            <a:lvl7pPr marL="423330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7pPr>
            <a:lvl8pPr marL="4938857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8pPr>
            <a:lvl9pPr marL="5644408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284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2" y="1600059"/>
            <a:ext cx="9795978" cy="34667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753" y="5671046"/>
            <a:ext cx="4765660" cy="10186128"/>
          </a:xfrm>
        </p:spPr>
        <p:txBody>
          <a:bodyPr>
            <a:normAutofit/>
          </a:bodyPr>
          <a:lstStyle>
            <a:lvl1pPr>
              <a:defRPr sz="2778"/>
            </a:lvl1pPr>
            <a:lvl2pPr>
              <a:defRPr sz="2469"/>
            </a:lvl2pPr>
            <a:lvl3pPr>
              <a:defRPr sz="2160"/>
            </a:lvl3pPr>
            <a:lvl4pPr>
              <a:defRPr sz="1852"/>
            </a:lvl4pPr>
            <a:lvl5pPr>
              <a:defRPr sz="1852"/>
            </a:lvl5pPr>
            <a:lvl6pPr>
              <a:defRPr sz="1852"/>
            </a:lvl6pPr>
            <a:lvl7pPr>
              <a:defRPr sz="1852"/>
            </a:lvl7pPr>
            <a:lvl8pPr>
              <a:defRPr sz="1852"/>
            </a:lvl8pPr>
            <a:lvl9pPr>
              <a:defRPr sz="1852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1068" y="5671050"/>
            <a:ext cx="4765662" cy="10186131"/>
          </a:xfrm>
        </p:spPr>
        <p:txBody>
          <a:bodyPr>
            <a:normAutofit/>
          </a:bodyPr>
          <a:lstStyle>
            <a:lvl1pPr>
              <a:defRPr sz="2778"/>
            </a:lvl1pPr>
            <a:lvl2pPr>
              <a:defRPr sz="2469"/>
            </a:lvl2pPr>
            <a:lvl3pPr>
              <a:defRPr sz="2160"/>
            </a:lvl3pPr>
            <a:lvl4pPr>
              <a:defRPr sz="1852"/>
            </a:lvl4pPr>
            <a:lvl5pPr>
              <a:defRPr sz="1852"/>
            </a:lvl5pPr>
            <a:lvl6pPr>
              <a:defRPr sz="1852"/>
            </a:lvl6pPr>
            <a:lvl7pPr>
              <a:defRPr sz="1852"/>
            </a:lvl7pPr>
            <a:lvl8pPr>
              <a:defRPr sz="1852"/>
            </a:lvl8pPr>
            <a:lvl9pPr>
              <a:defRPr sz="1852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325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2" y="1600059"/>
            <a:ext cx="9795976" cy="346679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1" y="5672081"/>
            <a:ext cx="4769615" cy="1512554"/>
          </a:xfrm>
        </p:spPr>
        <p:txBody>
          <a:bodyPr anchor="b">
            <a:noAutofit/>
          </a:bodyPr>
          <a:lstStyle>
            <a:lvl1pPr marL="0" indent="0">
              <a:buNone/>
              <a:defRPr sz="3704" b="0"/>
            </a:lvl1pPr>
            <a:lvl2pPr marL="705551" indent="0">
              <a:buNone/>
              <a:defRPr sz="3086" b="1"/>
            </a:lvl2pPr>
            <a:lvl3pPr marL="1411102" indent="0">
              <a:buNone/>
              <a:defRPr sz="2778" b="1"/>
            </a:lvl3pPr>
            <a:lvl4pPr marL="2116653" indent="0">
              <a:buNone/>
              <a:defRPr sz="2469" b="1"/>
            </a:lvl4pPr>
            <a:lvl5pPr marL="2822204" indent="0">
              <a:buNone/>
              <a:defRPr sz="2469" b="1"/>
            </a:lvl5pPr>
            <a:lvl6pPr marL="3527755" indent="0">
              <a:buNone/>
              <a:defRPr sz="2469" b="1"/>
            </a:lvl6pPr>
            <a:lvl7pPr marL="4233306" indent="0">
              <a:buNone/>
              <a:defRPr sz="2469" b="1"/>
            </a:lvl7pPr>
            <a:lvl8pPr marL="4938857" indent="0">
              <a:buNone/>
              <a:defRPr sz="2469" b="1"/>
            </a:lvl8pPr>
            <a:lvl9pPr marL="5644408" indent="0">
              <a:buNone/>
              <a:defRPr sz="2469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0751" y="7184638"/>
            <a:ext cx="4769615" cy="867254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67112" y="5672081"/>
            <a:ext cx="4769615" cy="1512554"/>
          </a:xfrm>
        </p:spPr>
        <p:txBody>
          <a:bodyPr anchor="b">
            <a:noAutofit/>
          </a:bodyPr>
          <a:lstStyle>
            <a:lvl1pPr marL="0" indent="0">
              <a:buNone/>
              <a:defRPr sz="3704" b="0"/>
            </a:lvl1pPr>
            <a:lvl2pPr marL="705551" indent="0">
              <a:buNone/>
              <a:defRPr sz="3086" b="1"/>
            </a:lvl2pPr>
            <a:lvl3pPr marL="1411102" indent="0">
              <a:buNone/>
              <a:defRPr sz="2778" b="1"/>
            </a:lvl3pPr>
            <a:lvl4pPr marL="2116653" indent="0">
              <a:buNone/>
              <a:defRPr sz="2469" b="1"/>
            </a:lvl4pPr>
            <a:lvl5pPr marL="2822204" indent="0">
              <a:buNone/>
              <a:defRPr sz="2469" b="1"/>
            </a:lvl5pPr>
            <a:lvl6pPr marL="3527755" indent="0">
              <a:buNone/>
              <a:defRPr sz="2469" b="1"/>
            </a:lvl6pPr>
            <a:lvl7pPr marL="4233306" indent="0">
              <a:buNone/>
              <a:defRPr sz="2469" b="1"/>
            </a:lvl7pPr>
            <a:lvl8pPr marL="4938857" indent="0">
              <a:buNone/>
              <a:defRPr sz="2469" b="1"/>
            </a:lvl8pPr>
            <a:lvl9pPr marL="5644408" indent="0">
              <a:buNone/>
              <a:defRPr sz="2469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67112" y="7184638"/>
            <a:ext cx="4769615" cy="867254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070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1" y="1600059"/>
            <a:ext cx="9795978" cy="34667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789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347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1" y="3933489"/>
            <a:ext cx="4305890" cy="3355677"/>
          </a:xfrm>
        </p:spPr>
        <p:txBody>
          <a:bodyPr anchor="b">
            <a:normAutofit/>
          </a:bodyPr>
          <a:lstStyle>
            <a:lvl1pPr>
              <a:defRPr sz="308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297" y="1351560"/>
            <a:ext cx="5225431" cy="14505618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0751" y="7289165"/>
            <a:ext cx="4305890" cy="6783581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29163" indent="0">
              <a:buNone/>
              <a:defRPr sz="1620"/>
            </a:lvl2pPr>
            <a:lvl3pPr marL="1058327" indent="0">
              <a:buNone/>
              <a:defRPr sz="1389"/>
            </a:lvl3pPr>
            <a:lvl4pPr marL="1587490" indent="0">
              <a:buNone/>
              <a:defRPr sz="1157"/>
            </a:lvl4pPr>
            <a:lvl5pPr marL="2116653" indent="0">
              <a:buNone/>
              <a:defRPr sz="1157"/>
            </a:lvl5pPr>
            <a:lvl6pPr marL="2645816" indent="0">
              <a:buNone/>
              <a:defRPr sz="1157"/>
            </a:lvl6pPr>
            <a:lvl7pPr marL="3174980" indent="0">
              <a:buNone/>
              <a:defRPr sz="1157"/>
            </a:lvl7pPr>
            <a:lvl8pPr marL="3704143" indent="0">
              <a:buNone/>
              <a:defRPr sz="1157"/>
            </a:lvl8pPr>
            <a:lvl9pPr marL="4233306" indent="0">
              <a:buNone/>
              <a:defRPr sz="1157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038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1" y="12600464"/>
            <a:ext cx="9795978" cy="1487556"/>
          </a:xfrm>
        </p:spPr>
        <p:txBody>
          <a:bodyPr anchor="b">
            <a:normAutofit/>
          </a:bodyPr>
          <a:lstStyle>
            <a:lvl1pPr algn="l">
              <a:defRPr sz="3704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0751" y="1600059"/>
            <a:ext cx="9795978" cy="10094120"/>
          </a:xfrm>
        </p:spPr>
        <p:txBody>
          <a:bodyPr anchor="t">
            <a:normAutofit/>
          </a:bodyPr>
          <a:lstStyle>
            <a:lvl1pPr marL="0" indent="0" algn="ctr">
              <a:buNone/>
              <a:defRPr sz="2469"/>
            </a:lvl1pPr>
            <a:lvl2pPr marL="705551" indent="0">
              <a:buNone/>
              <a:defRPr sz="2469"/>
            </a:lvl2pPr>
            <a:lvl3pPr marL="1411102" indent="0">
              <a:buNone/>
              <a:defRPr sz="2469"/>
            </a:lvl3pPr>
            <a:lvl4pPr marL="2116653" indent="0">
              <a:buNone/>
              <a:defRPr sz="2469"/>
            </a:lvl4pPr>
            <a:lvl5pPr marL="2822204" indent="0">
              <a:buNone/>
              <a:defRPr sz="2469"/>
            </a:lvl5pPr>
            <a:lvl6pPr marL="3527755" indent="0">
              <a:buNone/>
              <a:defRPr sz="2469"/>
            </a:lvl6pPr>
            <a:lvl7pPr marL="4233306" indent="0">
              <a:buNone/>
              <a:defRPr sz="2469"/>
            </a:lvl7pPr>
            <a:lvl8pPr marL="4938857" indent="0">
              <a:buNone/>
              <a:defRPr sz="2469"/>
            </a:lvl8pPr>
            <a:lvl9pPr marL="5644408" indent="0">
              <a:buNone/>
              <a:defRPr sz="2469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0751" y="14088020"/>
            <a:ext cx="9795978" cy="1769157"/>
          </a:xfrm>
        </p:spPr>
        <p:txBody>
          <a:bodyPr>
            <a:normAutofit/>
          </a:bodyPr>
          <a:lstStyle>
            <a:lvl1pPr marL="0" indent="0">
              <a:buNone/>
              <a:defRPr sz="1852"/>
            </a:lvl1pPr>
            <a:lvl2pPr marL="705551" indent="0">
              <a:buNone/>
              <a:defRPr sz="1852"/>
            </a:lvl2pPr>
            <a:lvl3pPr marL="1411102" indent="0">
              <a:buNone/>
              <a:defRPr sz="1543"/>
            </a:lvl3pPr>
            <a:lvl4pPr marL="2116653" indent="0">
              <a:buNone/>
              <a:defRPr sz="1389"/>
            </a:lvl4pPr>
            <a:lvl5pPr marL="2822204" indent="0">
              <a:buNone/>
              <a:defRPr sz="1389"/>
            </a:lvl5pPr>
            <a:lvl6pPr marL="3527755" indent="0">
              <a:buNone/>
              <a:defRPr sz="1389"/>
            </a:lvl6pPr>
            <a:lvl7pPr marL="4233306" indent="0">
              <a:buNone/>
              <a:defRPr sz="1389"/>
            </a:lvl7pPr>
            <a:lvl8pPr marL="4938857" indent="0">
              <a:buNone/>
              <a:defRPr sz="1389"/>
            </a:lvl8pPr>
            <a:lvl9pPr marL="5644408" indent="0">
              <a:buNone/>
              <a:defRPr sz="1389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1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2" y="1600059"/>
            <a:ext cx="9795978" cy="8933662"/>
          </a:xfrm>
        </p:spPr>
        <p:txBody>
          <a:bodyPr anchor="ctr">
            <a:normAutofit/>
          </a:bodyPr>
          <a:lstStyle>
            <a:lvl1pPr algn="l">
              <a:defRPr sz="679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2" y="11733765"/>
            <a:ext cx="9795978" cy="4123412"/>
          </a:xfrm>
        </p:spPr>
        <p:txBody>
          <a:bodyPr anchor="ctr">
            <a:normAutofit/>
          </a:bodyPr>
          <a:lstStyle>
            <a:lvl1pPr marL="0" indent="0" algn="l">
              <a:buNone/>
              <a:defRPr sz="277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05551" indent="0">
              <a:buNone/>
              <a:defRPr sz="2778">
                <a:solidFill>
                  <a:schemeClr val="tx1">
                    <a:tint val="75000"/>
                  </a:schemeClr>
                </a:solidFill>
              </a:defRPr>
            </a:lvl2pPr>
            <a:lvl3pPr marL="1411102" indent="0">
              <a:buNone/>
              <a:defRPr sz="2469">
                <a:solidFill>
                  <a:schemeClr val="tx1">
                    <a:tint val="75000"/>
                  </a:schemeClr>
                </a:solidFill>
              </a:defRPr>
            </a:lvl3pPr>
            <a:lvl4pPr marL="2116653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4pPr>
            <a:lvl5pPr marL="2822204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5pPr>
            <a:lvl6pPr marL="352775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6pPr>
            <a:lvl7pPr marL="423330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7pPr>
            <a:lvl8pPr marL="4938857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8pPr>
            <a:lvl9pPr marL="5644408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216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5825" y="1600059"/>
            <a:ext cx="9370769" cy="7933626"/>
          </a:xfrm>
        </p:spPr>
        <p:txBody>
          <a:bodyPr anchor="ctr">
            <a:normAutofit/>
          </a:bodyPr>
          <a:lstStyle>
            <a:lvl1pPr algn="l">
              <a:defRPr sz="679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99210" y="9533684"/>
            <a:ext cx="8364000" cy="100003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6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05551" indent="0">
              <a:buFontTx/>
              <a:buNone/>
              <a:defRPr/>
            </a:lvl2pPr>
            <a:lvl3pPr marL="1411102" indent="0">
              <a:buFontTx/>
              <a:buNone/>
              <a:defRPr/>
            </a:lvl3pPr>
            <a:lvl4pPr marL="2116653" indent="0">
              <a:buFontTx/>
              <a:buNone/>
              <a:defRPr/>
            </a:lvl4pPr>
            <a:lvl5pPr marL="2822204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0" y="11733765"/>
            <a:ext cx="9795979" cy="4123412"/>
          </a:xfrm>
        </p:spPr>
        <p:txBody>
          <a:bodyPr anchor="ctr">
            <a:normAutofit/>
          </a:bodyPr>
          <a:lstStyle>
            <a:lvl1pPr marL="0" indent="0" algn="l">
              <a:buNone/>
              <a:defRPr sz="277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05551" indent="0">
              <a:buNone/>
              <a:defRPr sz="2778">
                <a:solidFill>
                  <a:schemeClr val="tx1">
                    <a:tint val="75000"/>
                  </a:schemeClr>
                </a:solidFill>
              </a:defRPr>
            </a:lvl2pPr>
            <a:lvl3pPr marL="1411102" indent="0">
              <a:buNone/>
              <a:defRPr sz="2469">
                <a:solidFill>
                  <a:schemeClr val="tx1">
                    <a:tint val="75000"/>
                  </a:schemeClr>
                </a:solidFill>
              </a:defRPr>
            </a:lvl3pPr>
            <a:lvl4pPr marL="2116653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4pPr>
            <a:lvl5pPr marL="2822204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5pPr>
            <a:lvl6pPr marL="352775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6pPr>
            <a:lvl7pPr marL="423330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7pPr>
            <a:lvl8pPr marL="4938857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8pPr>
            <a:lvl9pPr marL="5644408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744935" y="2074559"/>
            <a:ext cx="705748" cy="1534902"/>
          </a:xfrm>
          <a:prstGeom prst="rect">
            <a:avLst/>
          </a:prstGeom>
        </p:spPr>
        <p:txBody>
          <a:bodyPr vert="horz" lIns="141113" tIns="70556" rIns="141113" bIns="70556" rtlCol="0" anchor="ctr">
            <a:noAutofit/>
          </a:bodyPr>
          <a:lstStyle/>
          <a:p>
            <a:pPr lvl="0"/>
            <a:r>
              <a:rPr lang="en-US" sz="12346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3247" y="7576541"/>
            <a:ext cx="705748" cy="1534902"/>
          </a:xfrm>
          <a:prstGeom prst="rect">
            <a:avLst/>
          </a:prstGeom>
        </p:spPr>
        <p:txBody>
          <a:bodyPr vert="horz" lIns="141113" tIns="70556" rIns="141113" bIns="70556" rtlCol="0" anchor="ctr">
            <a:noAutofit/>
          </a:bodyPr>
          <a:lstStyle/>
          <a:p>
            <a:pPr lvl="0"/>
            <a:r>
              <a:rPr lang="en-US" sz="12346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4608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750" y="5071021"/>
            <a:ext cx="9795979" cy="6812482"/>
          </a:xfrm>
        </p:spPr>
        <p:txBody>
          <a:bodyPr anchor="b">
            <a:normAutofit/>
          </a:bodyPr>
          <a:lstStyle>
            <a:lvl1pPr algn="l">
              <a:defRPr sz="679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0" y="11883503"/>
            <a:ext cx="9795979" cy="3973674"/>
          </a:xfrm>
        </p:spPr>
        <p:txBody>
          <a:bodyPr anchor="t">
            <a:normAutofit/>
          </a:bodyPr>
          <a:lstStyle>
            <a:lvl1pPr marL="0" indent="0" algn="l">
              <a:buNone/>
              <a:defRPr sz="277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05551" indent="0">
              <a:buNone/>
              <a:defRPr sz="2778">
                <a:solidFill>
                  <a:schemeClr val="tx1">
                    <a:tint val="75000"/>
                  </a:schemeClr>
                </a:solidFill>
              </a:defRPr>
            </a:lvl2pPr>
            <a:lvl3pPr marL="1411102" indent="0">
              <a:buNone/>
              <a:defRPr sz="2469">
                <a:solidFill>
                  <a:schemeClr val="tx1">
                    <a:tint val="75000"/>
                  </a:schemeClr>
                </a:solidFill>
              </a:defRPr>
            </a:lvl3pPr>
            <a:lvl4pPr marL="2116653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4pPr>
            <a:lvl5pPr marL="2822204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5pPr>
            <a:lvl6pPr marL="352775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6pPr>
            <a:lvl7pPr marL="423330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7pPr>
            <a:lvl8pPr marL="4938857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8pPr>
            <a:lvl9pPr marL="5644408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6387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5825" y="1600059"/>
            <a:ext cx="9370769" cy="7933626"/>
          </a:xfrm>
        </p:spPr>
        <p:txBody>
          <a:bodyPr anchor="ctr">
            <a:normAutofit/>
          </a:bodyPr>
          <a:lstStyle>
            <a:lvl1pPr algn="l">
              <a:defRPr sz="679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40748" y="10533721"/>
            <a:ext cx="9795981" cy="134978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70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05551" indent="0">
              <a:buFontTx/>
              <a:buNone/>
              <a:defRPr/>
            </a:lvl2pPr>
            <a:lvl3pPr marL="1411102" indent="0">
              <a:buFontTx/>
              <a:buNone/>
              <a:defRPr/>
            </a:lvl3pPr>
            <a:lvl4pPr marL="2116653" indent="0">
              <a:buFontTx/>
              <a:buNone/>
              <a:defRPr/>
            </a:lvl4pPr>
            <a:lvl5pPr marL="2822204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0" y="11883503"/>
            <a:ext cx="9795979" cy="3973674"/>
          </a:xfrm>
        </p:spPr>
        <p:txBody>
          <a:bodyPr anchor="t">
            <a:normAutofit/>
          </a:bodyPr>
          <a:lstStyle>
            <a:lvl1pPr marL="0" indent="0" algn="l">
              <a:buNone/>
              <a:defRPr sz="277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05551" indent="0">
              <a:buNone/>
              <a:defRPr sz="2778">
                <a:solidFill>
                  <a:schemeClr val="tx1">
                    <a:tint val="75000"/>
                  </a:schemeClr>
                </a:solidFill>
              </a:defRPr>
            </a:lvl2pPr>
            <a:lvl3pPr marL="1411102" indent="0">
              <a:buNone/>
              <a:defRPr sz="2469">
                <a:solidFill>
                  <a:schemeClr val="tx1">
                    <a:tint val="75000"/>
                  </a:schemeClr>
                </a:solidFill>
              </a:defRPr>
            </a:lvl3pPr>
            <a:lvl4pPr marL="2116653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4pPr>
            <a:lvl5pPr marL="2822204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5pPr>
            <a:lvl6pPr marL="352775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6pPr>
            <a:lvl7pPr marL="423330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7pPr>
            <a:lvl8pPr marL="4938857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8pPr>
            <a:lvl9pPr marL="5644408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744935" y="2074559"/>
            <a:ext cx="705748" cy="1534902"/>
          </a:xfrm>
          <a:prstGeom prst="rect">
            <a:avLst/>
          </a:prstGeom>
        </p:spPr>
        <p:txBody>
          <a:bodyPr vert="horz" lIns="141113" tIns="70556" rIns="141113" bIns="70556" rtlCol="0" anchor="ctr">
            <a:noAutofit/>
          </a:bodyPr>
          <a:lstStyle/>
          <a:p>
            <a:pPr lvl="0"/>
            <a:r>
              <a:rPr lang="en-US" sz="12346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3247" y="7576541"/>
            <a:ext cx="705748" cy="1534902"/>
          </a:xfrm>
          <a:prstGeom prst="rect">
            <a:avLst/>
          </a:prstGeom>
        </p:spPr>
        <p:txBody>
          <a:bodyPr vert="horz" lIns="141113" tIns="70556" rIns="141113" bIns="70556" rtlCol="0" anchor="ctr">
            <a:noAutofit/>
          </a:bodyPr>
          <a:lstStyle/>
          <a:p>
            <a:pPr lvl="0"/>
            <a:r>
              <a:rPr lang="en-US" sz="12346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4105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395" y="1600059"/>
            <a:ext cx="9786334" cy="7933626"/>
          </a:xfrm>
        </p:spPr>
        <p:txBody>
          <a:bodyPr anchor="ctr">
            <a:normAutofit/>
          </a:bodyPr>
          <a:lstStyle>
            <a:lvl1pPr algn="l">
              <a:defRPr sz="679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40748" y="10533721"/>
            <a:ext cx="9795981" cy="134978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704">
                <a:solidFill>
                  <a:schemeClr val="accent1"/>
                </a:solidFill>
              </a:defRPr>
            </a:lvl1pPr>
            <a:lvl2pPr marL="705551" indent="0">
              <a:buFontTx/>
              <a:buNone/>
              <a:defRPr/>
            </a:lvl2pPr>
            <a:lvl3pPr marL="1411102" indent="0">
              <a:buFontTx/>
              <a:buNone/>
              <a:defRPr/>
            </a:lvl3pPr>
            <a:lvl4pPr marL="2116653" indent="0">
              <a:buFontTx/>
              <a:buNone/>
              <a:defRPr/>
            </a:lvl4pPr>
            <a:lvl5pPr marL="2822204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0" y="11883503"/>
            <a:ext cx="9795979" cy="3973674"/>
          </a:xfrm>
        </p:spPr>
        <p:txBody>
          <a:bodyPr anchor="t">
            <a:normAutofit/>
          </a:bodyPr>
          <a:lstStyle>
            <a:lvl1pPr marL="0" indent="0" algn="l">
              <a:buNone/>
              <a:defRPr sz="277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05551" indent="0">
              <a:buNone/>
              <a:defRPr sz="2778">
                <a:solidFill>
                  <a:schemeClr val="tx1">
                    <a:tint val="75000"/>
                  </a:schemeClr>
                </a:solidFill>
              </a:defRPr>
            </a:lvl2pPr>
            <a:lvl3pPr marL="1411102" indent="0">
              <a:buNone/>
              <a:defRPr sz="2469">
                <a:solidFill>
                  <a:schemeClr val="tx1">
                    <a:tint val="75000"/>
                  </a:schemeClr>
                </a:solidFill>
              </a:defRPr>
            </a:lvl3pPr>
            <a:lvl4pPr marL="2116653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4pPr>
            <a:lvl5pPr marL="2822204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5pPr>
            <a:lvl6pPr marL="352775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6pPr>
            <a:lvl7pPr marL="423330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7pPr>
            <a:lvl8pPr marL="4938857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8pPr>
            <a:lvl9pPr marL="5644408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0975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6802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24363" y="1600060"/>
            <a:ext cx="1510531" cy="13783844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751" y="1600060"/>
            <a:ext cx="8017116" cy="13783844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738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3066" y="-22225"/>
            <a:ext cx="14153444" cy="18045113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752" y="1600059"/>
            <a:ext cx="9795976" cy="3466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751" y="5671050"/>
            <a:ext cx="9795978" cy="10186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41552" y="15857181"/>
            <a:ext cx="105577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A1B5B-40DE-43C5-A1F9-4CCEABC20816}" type="datetimeFigureOut">
              <a:rPr lang="es-CO" smtClean="0"/>
              <a:t>14/03/2026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40752" y="15857181"/>
            <a:ext cx="7134307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45612" y="15857181"/>
            <a:ext cx="79111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9">
                <a:solidFill>
                  <a:schemeClr val="accent1"/>
                </a:solidFill>
              </a:defRPr>
            </a:lvl1pPr>
          </a:lstStyle>
          <a:p>
            <a:fld id="{0A8AB948-78D0-4C8C-9305-0642A79A8A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280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705551" rtl="0" eaLnBrk="1" latinLnBrk="0" hangingPunct="1">
        <a:spcBef>
          <a:spcPct val="0"/>
        </a:spcBef>
        <a:buNone/>
        <a:defRPr sz="5556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29163" indent="-529163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7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46520" indent="-440969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6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63878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69429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5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174980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5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880531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5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586082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5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291633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5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997184" indent="-352776" algn="l" defTabSz="705551" rtl="0" eaLnBrk="1" latinLnBrk="0" hangingPunct="1">
        <a:spcBef>
          <a:spcPts val="154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5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1pPr>
      <a:lvl2pPr marL="705551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2pPr>
      <a:lvl3pPr marL="1411102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3pPr>
      <a:lvl4pPr marL="2116653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4pPr>
      <a:lvl5pPr marL="2822204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5pPr>
      <a:lvl6pPr marL="3527755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6pPr>
      <a:lvl7pPr marL="4233306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7pPr>
      <a:lvl8pPr marL="4938857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8pPr>
      <a:lvl9pPr marL="5644408" algn="l" defTabSz="705551" rtl="0" eaLnBrk="1" latinLnBrk="0" hangingPunct="1">
        <a:defRPr sz="2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1351FE2-7ECF-461A-B729-2FACFF6F8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868" y="3003777"/>
            <a:ext cx="4762017" cy="26399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AFC529A-65A5-4EA3-9C9A-16C4118F4B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7" t="2224" b="4114"/>
          <a:stretch/>
        </p:blipFill>
        <p:spPr>
          <a:xfrm>
            <a:off x="7398305" y="3003777"/>
            <a:ext cx="4017189" cy="263994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8A4A31-9934-4F45-8DE0-CFC6B83A6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967" y="9735189"/>
            <a:ext cx="2653525" cy="28568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4095DFE-2592-47C0-9096-39F502107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868" y="5643720"/>
            <a:ext cx="8918623" cy="40263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61B54B-05F4-4B4C-B4E7-CF70FECE6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867" y="9735189"/>
            <a:ext cx="2720030" cy="28568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14E770-B183-461D-9A7A-0255612995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640" y="9735189"/>
            <a:ext cx="2659079" cy="285682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5DAA317-B4DC-49F9-B069-A76B00ECA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867" y="2430482"/>
            <a:ext cx="2212113" cy="41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áfico 10" descr="Cabeza con engranajes">
            <a:extLst>
              <a:ext uri="{FF2B5EF4-FFF2-40B4-BE49-F238E27FC236}">
                <a16:creationId xmlns:a16="http://schemas.microsoft.com/office/drawing/2014/main" id="{81F4AE15-0F62-43AB-AEEC-4BF813C6BA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98929" y="2595331"/>
            <a:ext cx="375896" cy="375896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C529055-9BFB-4C6E-99F4-57A53D85C3AD}"/>
              </a:ext>
            </a:extLst>
          </p:cNvPr>
          <p:cNvSpPr/>
          <p:nvPr/>
        </p:nvSpPr>
        <p:spPr>
          <a:xfrm>
            <a:off x="10758266" y="2427824"/>
            <a:ext cx="657225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Iniciar sesión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7519541-C6D9-4EF4-9627-837DA1DCF6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4090" y="2444072"/>
            <a:ext cx="5622642" cy="41434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9BCD511-EFD8-4AC4-AF5E-0FF732B11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5086" y="12592009"/>
            <a:ext cx="7821116" cy="2381582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5AEF418-08E7-482F-A87E-9B93E8C7C328}"/>
              </a:ext>
            </a:extLst>
          </p:cNvPr>
          <p:cNvSpPr/>
          <p:nvPr/>
        </p:nvSpPr>
        <p:spPr>
          <a:xfrm>
            <a:off x="2287701" y="2266950"/>
            <a:ext cx="9535886" cy="1288596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35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54A6991-684C-4EDB-86A0-CFBB58D4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36" y="4940764"/>
            <a:ext cx="7935432" cy="6477904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56209F2-332A-4275-B36A-9B9410BAA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295" y="2094496"/>
            <a:ext cx="2212113" cy="41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723B17F-08A8-4EDF-BE11-18D4B7ABC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518" y="2108086"/>
            <a:ext cx="5622642" cy="41434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5296231-E8F7-46CB-9915-A392F7E32A27}"/>
              </a:ext>
            </a:extLst>
          </p:cNvPr>
          <p:cNvSpPr/>
          <p:nvPr/>
        </p:nvSpPr>
        <p:spPr>
          <a:xfrm>
            <a:off x="1624068" y="1921641"/>
            <a:ext cx="9535886" cy="1288596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534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08D634C-66FA-45F9-8D36-4FBCEEF28B0D}"/>
              </a:ext>
            </a:extLst>
          </p:cNvPr>
          <p:cNvSpPr/>
          <p:nvPr/>
        </p:nvSpPr>
        <p:spPr>
          <a:xfrm>
            <a:off x="4365177" y="3707326"/>
            <a:ext cx="433965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Nosotros</a:t>
            </a:r>
          </a:p>
        </p:txBody>
      </p:sp>
    </p:spTree>
    <p:extLst>
      <p:ext uri="{BB962C8B-B14F-4D97-AF65-F5344CB8AC3E}">
        <p14:creationId xmlns:p14="http://schemas.microsoft.com/office/powerpoint/2010/main" val="22654724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</TotalTime>
  <Words>3</Words>
  <Application>Microsoft Office PowerPoint</Application>
  <PresentationFormat>Personalizado</PresentationFormat>
  <Paragraphs>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CESDE</dc:creator>
  <cp:lastModifiedBy>CESDE</cp:lastModifiedBy>
  <cp:revision>8</cp:revision>
  <dcterms:created xsi:type="dcterms:W3CDTF">2026-03-14T12:59:08Z</dcterms:created>
  <dcterms:modified xsi:type="dcterms:W3CDTF">2026-03-14T18:18:48Z</dcterms:modified>
</cp:coreProperties>
</file>